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9" r:id="rId9"/>
    <p:sldId id="263" r:id="rId10"/>
    <p:sldId id="264" r:id="rId11"/>
    <p:sldId id="266" r:id="rId12"/>
    <p:sldId id="265" r:id="rId13"/>
    <p:sldId id="267" r:id="rId14"/>
    <p:sldId id="268" r:id="rId15"/>
  </p:sldIdLst>
  <p:sldSz cx="9144000" cy="5143500" type="screen16x9"/>
  <p:notesSz cx="6858000" cy="9144000"/>
  <p:embeddedFontLst>
    <p:embeddedFont>
      <p:font typeface="Noto Sans KR" panose="020B0200000000000000" pitchFamily="50" charset="-127"/>
      <p:regular r:id="rId17"/>
      <p:bold r:id="rId18"/>
    </p:embeddedFont>
    <p:embeddedFont>
      <p:font typeface="나눔스퀘어OTF Bold" panose="020B0600000101010101" pitchFamily="34" charset="-127"/>
      <p:bold r:id="rId19"/>
    </p:embeddedFont>
    <p:embeddedFont>
      <p:font typeface="나눔스퀘어OTF ExtraBold" panose="020B0600000101010101" pitchFamily="34" charset="-127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FB5ED06-866E-4336-93A0-23A5212CFA68}">
  <a:tblStyle styleId="{DFB5ED06-866E-4336-93A0-23A5212CFA6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8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5e07b4b4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5e07b4b4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5e07b4b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5e07b4b4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5e07b4b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5e07b4b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5e07b4b4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5e07b4b4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5e07b4b4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5e07b4b4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5e07b4b42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5e07b4b42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5e07b4b4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5e07b4b42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5e07b4b4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5e07b4b42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나눔스퀘어OTF ExtraBold" panose="020B0600000101010101" pitchFamily="34" charset="-127"/>
                <a:ea typeface="나눔스퀘어OTF ExtraBold" panose="020B0600000101010101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80425" y="328825"/>
            <a:ext cx="8520600" cy="114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ko-KR" altLang="en-US" sz="3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웹프로그래밍 조별과제</a:t>
            </a:r>
            <a:endParaRPr sz="3500" dirty="0">
              <a:latin typeface="나눔스퀘어OTF Bold" panose="020B0600000101010101" pitchFamily="34" charset="-127"/>
              <a:ea typeface="나눔스퀘어OTF Bold" panose="020B0600000101010101" pitchFamily="34" charset="-127"/>
              <a:cs typeface="Playfair Display"/>
              <a:sym typeface="Playfair Display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31350" y="424270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조장 : 이동렬</a:t>
            </a:r>
            <a:endParaRPr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조원 : 유재상, 노현서, 김경완, 이우형</a:t>
            </a:r>
            <a:endParaRPr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목차</a:t>
            </a:r>
            <a:endParaRPr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algn="l" rtl="0">
              <a:spcBef>
                <a:spcPts val="0"/>
              </a:spcBef>
              <a:spcAft>
                <a:spcPts val="1200"/>
              </a:spcAft>
              <a:buAutoNum type="arabicPeriod"/>
            </a:pPr>
            <a:r>
              <a:rPr lang="ko-KR" altLang="en-US" dirty="0"/>
              <a:t>주제 소개 및 역할분담</a:t>
            </a:r>
            <a:endParaRPr lang="en-US" altLang="ko-KR" dirty="0"/>
          </a:p>
          <a:p>
            <a:pPr marL="342900" lvl="0" algn="l" rtl="0">
              <a:spcBef>
                <a:spcPts val="0"/>
              </a:spcBef>
              <a:spcAft>
                <a:spcPts val="1200"/>
              </a:spcAft>
              <a:buAutoNum type="arabicPeriod"/>
            </a:pPr>
            <a:r>
              <a:rPr lang="ko-KR" altLang="en-US" dirty="0"/>
              <a:t>홈페이지 디자인 구성</a:t>
            </a:r>
            <a:endParaRPr lang="en-US" altLang="ko-KR" dirty="0"/>
          </a:p>
          <a:p>
            <a:pPr marL="342900" lvl="0" algn="l" rtl="0">
              <a:spcBef>
                <a:spcPts val="0"/>
              </a:spcBef>
              <a:spcAft>
                <a:spcPts val="1200"/>
              </a:spcAft>
              <a:buAutoNum type="arabicPeriod"/>
            </a:pPr>
            <a:r>
              <a:rPr lang="ko-KR" altLang="en-US" dirty="0"/>
              <a:t>화면 구성에 들어간 기능 설명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주제 및 역할 분담</a:t>
            </a:r>
            <a:endParaRPr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ko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주제 : 파인다이닝 식당 소개 및 예약 사이트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62" name="Google Shape;62;p14"/>
          <p:cNvGraphicFramePr/>
          <p:nvPr>
            <p:extLst>
              <p:ext uri="{D42A27DB-BD31-4B8C-83A1-F6EECF244321}">
                <p14:modId xmlns:p14="http://schemas.microsoft.com/office/powerpoint/2010/main" val="818365377"/>
              </p:ext>
            </p:extLst>
          </p:nvPr>
        </p:nvGraphicFramePr>
        <p:xfrm>
          <a:off x="793000" y="1673275"/>
          <a:ext cx="7558000" cy="2560125"/>
        </p:xfrm>
        <a:graphic>
          <a:graphicData uri="http://schemas.openxmlformats.org/drawingml/2006/table">
            <a:tbl>
              <a:tblPr>
                <a:noFill/>
                <a:tableStyleId>{DFB5ED06-866E-4336-93A0-23A5212CFA68}</a:tableStyleId>
              </a:tblPr>
              <a:tblGrid>
                <a:gridCol w="151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이동렬</a:t>
                      </a:r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25" marR="91425" marT="91425" marB="91425"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조장 및 html 코딩 담당</a:t>
                      </a:r>
                      <a:endParaRPr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유재상</a:t>
                      </a:r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25" marR="91425" marT="91425" marB="91425"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html 코딩 담당</a:t>
                      </a:r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노현서</a:t>
                      </a:r>
                      <a:endParaRPr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25" marR="91425" marT="91425" marB="91425"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html 코딩 담당</a:t>
                      </a:r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김경완</a:t>
                      </a:r>
                      <a:endParaRPr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25" marR="91425" marT="91425" marB="91425"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html 코딩 담당</a:t>
                      </a:r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이우형</a:t>
                      </a:r>
                      <a:endParaRPr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25" marR="91425" marT="91425" marB="91425"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ppt 제작 및 발표</a:t>
                      </a:r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홈페이지 디자인 구성</a:t>
            </a:r>
            <a:endParaRPr dirty="0">
              <a:latin typeface="나눔스퀘어OTF ExtraBold" panose="020B0600000101010101" pitchFamily="34" charset="-127"/>
              <a:ea typeface="나눔스퀘어OTF ExtraBold" panose="020B0600000101010101" pitchFamily="34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5DF9A23-C414-1E65-E3E5-539D8E7C6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224" y="1764000"/>
            <a:ext cx="2268975" cy="32067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B736FED-5A3A-D115-6E70-7B9AF106A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178" y="1764000"/>
            <a:ext cx="1120856" cy="32067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D789B5-C21A-AD94-D2AE-9AB4043F78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8000" y="1763999"/>
            <a:ext cx="2691283" cy="31958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8F8247-CE6A-5AB5-1927-4EE431EF01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0400" y="1763999"/>
            <a:ext cx="1224165" cy="32870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첫화면</a:t>
            </a:r>
            <a:endParaRPr dirty="0">
              <a:latin typeface="나눔스퀘어OTF ExtraBold" panose="020B0600000101010101" pitchFamily="34" charset="-127"/>
              <a:ea typeface="나눔스퀘어OTF ExtraBold" panose="020B0600000101010101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FB9D7B2-3B8F-D33F-F89D-148077D5E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253" y="2471147"/>
            <a:ext cx="3491346" cy="248865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5D0C29E-FF73-5A0B-CBA4-F14827739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6779"/>
            <a:ext cx="5406172" cy="134439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37FCA14-9CD5-2252-8A24-E3A0FD749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5904" y="2128549"/>
            <a:ext cx="3797194" cy="1163782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D470CD32-3DC4-453F-D693-2751639F2425}"/>
              </a:ext>
            </a:extLst>
          </p:cNvPr>
          <p:cNvSpPr/>
          <p:nvPr/>
        </p:nvSpPr>
        <p:spPr>
          <a:xfrm>
            <a:off x="2667630" y="4488873"/>
            <a:ext cx="347623" cy="1478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B41DEC7-1D0A-87B9-6D69-4BEC2F5F0336}"/>
              </a:ext>
            </a:extLst>
          </p:cNvPr>
          <p:cNvCxnSpPr>
            <a:endCxn id="16" idx="3"/>
          </p:cNvCxnSpPr>
          <p:nvPr/>
        </p:nvCxnSpPr>
        <p:spPr>
          <a:xfrm flipH="1">
            <a:off x="3015253" y="3292331"/>
            <a:ext cx="2962354" cy="11965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FCBEFFC-98F9-6E32-9FDB-0FF4ABA40C6E}"/>
              </a:ext>
            </a:extLst>
          </p:cNvPr>
          <p:cNvCxnSpPr/>
          <p:nvPr/>
        </p:nvCxnSpPr>
        <p:spPr>
          <a:xfrm>
            <a:off x="2561831" y="1851170"/>
            <a:ext cx="513878" cy="10053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1288E8E-4503-AFB1-7576-B3561BFBB9B4}"/>
              </a:ext>
            </a:extLst>
          </p:cNvPr>
          <p:cNvSpPr/>
          <p:nvPr/>
        </p:nvSpPr>
        <p:spPr>
          <a:xfrm>
            <a:off x="2848998" y="2856555"/>
            <a:ext cx="513878" cy="1126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위치 화면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A17D51C-CADA-8DCE-3685-04F7656CC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685" y="2153752"/>
            <a:ext cx="2815490" cy="29217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F1F0F76-84EE-A899-7062-D8CBF4D7C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040" y="1158548"/>
            <a:ext cx="4000882" cy="922394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2D2BA16-6B67-085B-B2D9-11F1A36E9E08}"/>
              </a:ext>
            </a:extLst>
          </p:cNvPr>
          <p:cNvCxnSpPr/>
          <p:nvPr/>
        </p:nvCxnSpPr>
        <p:spPr>
          <a:xfrm>
            <a:off x="2456033" y="2080942"/>
            <a:ext cx="793488" cy="6471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2BF969-4F50-E63C-35A1-2FF9AF547F76}"/>
              </a:ext>
            </a:extLst>
          </p:cNvPr>
          <p:cNvSpPr/>
          <p:nvPr/>
        </p:nvSpPr>
        <p:spPr>
          <a:xfrm>
            <a:off x="3249521" y="2404514"/>
            <a:ext cx="2516489" cy="16687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셰프 소개 화면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992A0E5-1372-9A41-4C85-B42E8780B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335" y="2645091"/>
            <a:ext cx="3541329" cy="245330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66D2F53-7291-E701-51CD-C2B8DE78C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" y="963184"/>
            <a:ext cx="3808543" cy="15352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70D7595-E1F7-ED7D-87DB-B15F6FF906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200" y="822075"/>
            <a:ext cx="2440800" cy="18174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F69DDA-92AF-AAB2-1AB8-A16EE35B1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셰프 소개 화면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A3D1DF-1C4D-4E24-2A17-0BAED2CBC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800" y="2368131"/>
            <a:ext cx="3614400" cy="25809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ECEA594-D405-50D5-2089-2ADFA3BE2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452" y="911121"/>
            <a:ext cx="3817095" cy="135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68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식당별 메뉴 소개 화면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C226688-4740-77B0-0E2F-B1F19B4FF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181" y="2331192"/>
            <a:ext cx="5305031" cy="253353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C874207-A54D-F20E-C67C-A9A585CEF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30" y="1017725"/>
            <a:ext cx="3433299" cy="103797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25A90E6-714F-B3C6-A067-D8566246D28C}"/>
              </a:ext>
            </a:extLst>
          </p:cNvPr>
          <p:cNvSpPr/>
          <p:nvPr/>
        </p:nvSpPr>
        <p:spPr>
          <a:xfrm>
            <a:off x="3990109" y="3211736"/>
            <a:ext cx="717917" cy="1065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66F2440-71B4-519A-6C75-AF23DAFA2613}"/>
              </a:ext>
            </a:extLst>
          </p:cNvPr>
          <p:cNvCxnSpPr/>
          <p:nvPr/>
        </p:nvCxnSpPr>
        <p:spPr>
          <a:xfrm>
            <a:off x="2565647" y="2055699"/>
            <a:ext cx="1424462" cy="18149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2B463A0D-71FA-1342-4893-6E937A0C744A}"/>
              </a:ext>
            </a:extLst>
          </p:cNvPr>
          <p:cNvSpPr/>
          <p:nvPr/>
        </p:nvSpPr>
        <p:spPr>
          <a:xfrm>
            <a:off x="4216893" y="2814221"/>
            <a:ext cx="1020932" cy="1065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93000F8-A7CB-641D-836C-4C27B9021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017725"/>
            <a:ext cx="4456278" cy="1108814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43F89E3-4F5D-7B77-DF7F-8A88EDE090DC}"/>
              </a:ext>
            </a:extLst>
          </p:cNvPr>
          <p:cNvCxnSpPr>
            <a:endCxn id="9" idx="3"/>
          </p:cNvCxnSpPr>
          <p:nvPr/>
        </p:nvCxnSpPr>
        <p:spPr>
          <a:xfrm flipH="1">
            <a:off x="5237825" y="2055699"/>
            <a:ext cx="1393794" cy="8117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345268" y="20320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식당 예약 화면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ED03E5-CFD1-FFB7-3500-884F842E1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395" y="2571750"/>
            <a:ext cx="5153209" cy="245403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C06AC0B-847B-F781-3EFB-7353F7402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268" y="775901"/>
            <a:ext cx="4018475" cy="143935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475BF2E-8BD0-5FE8-2759-5524B2878C6E}"/>
              </a:ext>
            </a:extLst>
          </p:cNvPr>
          <p:cNvSpPr/>
          <p:nvPr/>
        </p:nvSpPr>
        <p:spPr>
          <a:xfrm>
            <a:off x="3257078" y="3551802"/>
            <a:ext cx="1163782" cy="13884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F718E75-0483-D27B-538A-99BFF3622409}"/>
              </a:ext>
            </a:extLst>
          </p:cNvPr>
          <p:cNvCxnSpPr/>
          <p:nvPr/>
        </p:nvCxnSpPr>
        <p:spPr>
          <a:xfrm>
            <a:off x="2508932" y="2215258"/>
            <a:ext cx="748146" cy="13365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F8038B-A67D-39CC-2991-0FD329A13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예약 화면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077F89-0110-47E3-D552-4A52FE9DB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800" y="2024550"/>
            <a:ext cx="3736876" cy="25717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3F0CE1B-2D7C-26F1-ACFB-14ADC151B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00" y="1223870"/>
            <a:ext cx="4221955" cy="47679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1E7BD9D-09C2-C91C-7C5C-1A82A1D57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199" y="1163970"/>
            <a:ext cx="2375371" cy="46575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47CB9EE-4A71-38D8-07A2-B28343055E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00" y="3584844"/>
            <a:ext cx="2480061" cy="66957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DB995DC-D4C2-36E2-4547-2167DE3091F9}"/>
              </a:ext>
            </a:extLst>
          </p:cNvPr>
          <p:cNvSpPr/>
          <p:nvPr/>
        </p:nvSpPr>
        <p:spPr>
          <a:xfrm>
            <a:off x="3002400" y="3254400"/>
            <a:ext cx="1648800" cy="330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119AD6-A8C9-DB8D-B596-6CD6483FAED9}"/>
              </a:ext>
            </a:extLst>
          </p:cNvPr>
          <p:cNvSpPr/>
          <p:nvPr/>
        </p:nvSpPr>
        <p:spPr>
          <a:xfrm>
            <a:off x="4716000" y="3254400"/>
            <a:ext cx="1648800" cy="388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76DD47-85A9-0A95-DB40-57BF7A68A46E}"/>
              </a:ext>
            </a:extLst>
          </p:cNvPr>
          <p:cNvSpPr/>
          <p:nvPr/>
        </p:nvSpPr>
        <p:spPr>
          <a:xfrm>
            <a:off x="3002400" y="3708000"/>
            <a:ext cx="3427200" cy="446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04EAC79-2ADC-6885-11CE-A3F88641B6F8}"/>
              </a:ext>
            </a:extLst>
          </p:cNvPr>
          <p:cNvCxnSpPr>
            <a:stCxn id="7" idx="2"/>
          </p:cNvCxnSpPr>
          <p:nvPr/>
        </p:nvCxnSpPr>
        <p:spPr>
          <a:xfrm>
            <a:off x="2204578" y="1700666"/>
            <a:ext cx="913022" cy="15537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731AFD5-0E27-9EDA-EBCB-69828A8FEE79}"/>
              </a:ext>
            </a:extLst>
          </p:cNvPr>
          <p:cNvCxnSpPr/>
          <p:nvPr/>
        </p:nvCxnSpPr>
        <p:spPr>
          <a:xfrm flipH="1">
            <a:off x="6033600" y="1629729"/>
            <a:ext cx="1216800" cy="16246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8B3D776-E37F-541E-4081-52279ABC447A}"/>
              </a:ext>
            </a:extLst>
          </p:cNvPr>
          <p:cNvCxnSpPr>
            <a:stCxn id="11" idx="3"/>
          </p:cNvCxnSpPr>
          <p:nvPr/>
        </p:nvCxnSpPr>
        <p:spPr>
          <a:xfrm>
            <a:off x="2573661" y="3919630"/>
            <a:ext cx="486339" cy="619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15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667083-9445-948A-00CF-607B04206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리뷰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49B121-0965-4389-E647-AFE6284E8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000" y="2571750"/>
            <a:ext cx="6192000" cy="194688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76CD06C-3160-BF4B-ED10-9D6C80B70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034376"/>
            <a:ext cx="2501534" cy="78889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5CC1BA3-89F7-9D9C-4E2E-FF50817D7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586" y="1314507"/>
            <a:ext cx="4496427" cy="22863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1BADFA4-5FD3-F252-6147-2E94B47FD519}"/>
              </a:ext>
            </a:extLst>
          </p:cNvPr>
          <p:cNvSpPr/>
          <p:nvPr/>
        </p:nvSpPr>
        <p:spPr>
          <a:xfrm>
            <a:off x="3096000" y="2851200"/>
            <a:ext cx="1130400" cy="12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8F52749-CAED-C843-5606-E2EFF81450D1}"/>
              </a:ext>
            </a:extLst>
          </p:cNvPr>
          <p:cNvSpPr/>
          <p:nvPr/>
        </p:nvSpPr>
        <p:spPr>
          <a:xfrm>
            <a:off x="7459200" y="2851200"/>
            <a:ext cx="208800" cy="12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3736F3E2-03F2-6DE5-F5E3-5DD470FBF16F}"/>
              </a:ext>
            </a:extLst>
          </p:cNvPr>
          <p:cNvCxnSpPr>
            <a:stCxn id="6" idx="2"/>
          </p:cNvCxnSpPr>
          <p:nvPr/>
        </p:nvCxnSpPr>
        <p:spPr>
          <a:xfrm>
            <a:off x="1562467" y="1823270"/>
            <a:ext cx="1684733" cy="10279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A2D6EF5-EA1B-1262-A97F-5D412195BF42}"/>
              </a:ext>
            </a:extLst>
          </p:cNvPr>
          <p:cNvCxnSpPr>
            <a:endCxn id="10" idx="0"/>
          </p:cNvCxnSpPr>
          <p:nvPr/>
        </p:nvCxnSpPr>
        <p:spPr>
          <a:xfrm flipH="1">
            <a:off x="7563600" y="1543139"/>
            <a:ext cx="104400" cy="13080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858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33C92-62B0-0D0C-C7CB-BABECCBA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리뷰 작성 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7987EC-4F57-9809-6695-058E4C9F4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206" y="2296800"/>
            <a:ext cx="2708790" cy="2717099"/>
          </a:xfrm>
          <a:prstGeom prst="rect">
            <a:avLst/>
          </a:prstGeom>
          <a:solidFill>
            <a:schemeClr val="lt1"/>
          </a:solidFill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B9590F5-AFA4-F7B8-9D10-BA118C432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74" y="1327577"/>
            <a:ext cx="4030626" cy="3260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921728E-21D0-8DBD-AD73-F2D4481FE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000" y="2176748"/>
            <a:ext cx="3083436" cy="24010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A31AE3C-9DF3-752E-EBB4-C86CC35BBB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74" y="3054491"/>
            <a:ext cx="2640683" cy="71336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E9878C-01D5-39CF-908F-198F09908BE0}"/>
              </a:ext>
            </a:extLst>
          </p:cNvPr>
          <p:cNvSpPr/>
          <p:nvPr/>
        </p:nvSpPr>
        <p:spPr>
          <a:xfrm>
            <a:off x="2959200" y="2793600"/>
            <a:ext cx="2454802" cy="201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E9984E4-8AAB-410C-F95A-BD9557F8B500}"/>
              </a:ext>
            </a:extLst>
          </p:cNvPr>
          <p:cNvSpPr/>
          <p:nvPr/>
        </p:nvSpPr>
        <p:spPr>
          <a:xfrm>
            <a:off x="2959200" y="3153601"/>
            <a:ext cx="2512800" cy="201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73F4FB7-0048-C00D-7AB1-102695DAEAF5}"/>
              </a:ext>
            </a:extLst>
          </p:cNvPr>
          <p:cNvSpPr/>
          <p:nvPr/>
        </p:nvSpPr>
        <p:spPr>
          <a:xfrm>
            <a:off x="2959200" y="3556800"/>
            <a:ext cx="2454802" cy="201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7A06837-185D-0EA4-E912-21B159FBB22D}"/>
              </a:ext>
            </a:extLst>
          </p:cNvPr>
          <p:cNvCxnSpPr/>
          <p:nvPr/>
        </p:nvCxnSpPr>
        <p:spPr>
          <a:xfrm>
            <a:off x="2527200" y="1653662"/>
            <a:ext cx="813600" cy="113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4738572-8D26-AC76-CE5C-3B46C48E06D7}"/>
              </a:ext>
            </a:extLst>
          </p:cNvPr>
          <p:cNvCxnSpPr/>
          <p:nvPr/>
        </p:nvCxnSpPr>
        <p:spPr>
          <a:xfrm flipH="1">
            <a:off x="5414002" y="2416852"/>
            <a:ext cx="1785998" cy="7367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F0AE8EE-AC7A-C6E8-3181-084F2A0C8717}"/>
              </a:ext>
            </a:extLst>
          </p:cNvPr>
          <p:cNvCxnSpPr/>
          <p:nvPr/>
        </p:nvCxnSpPr>
        <p:spPr>
          <a:xfrm>
            <a:off x="2735657" y="3556800"/>
            <a:ext cx="288343" cy="86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193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12FA42-3D63-108F-E7A2-90371D5B67E9}"/>
              </a:ext>
            </a:extLst>
          </p:cNvPr>
          <p:cNvSpPr txBox="1"/>
          <p:nvPr/>
        </p:nvSpPr>
        <p:spPr>
          <a:xfrm>
            <a:off x="3218400" y="295200"/>
            <a:ext cx="650160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sz="4000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감사합니다</a:t>
            </a:r>
            <a:r>
              <a:rPr lang="en-US" altLang="ko-KR" sz="4000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!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885125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93</Words>
  <Application>Microsoft Office PowerPoint</Application>
  <PresentationFormat>화면 슬라이드 쇼(16:9)</PresentationFormat>
  <Paragraphs>39</Paragraphs>
  <Slides>14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Arial</vt:lpstr>
      <vt:lpstr>나눔스퀘어OTF ExtraBold</vt:lpstr>
      <vt:lpstr>Noto Sans KR</vt:lpstr>
      <vt:lpstr>나눔스퀘어OTF Bold</vt:lpstr>
      <vt:lpstr>Simple Light</vt:lpstr>
      <vt:lpstr>웹프로그래밍 조별과제</vt:lpstr>
      <vt:lpstr>목차</vt:lpstr>
      <vt:lpstr>주제 및 역할 분담</vt:lpstr>
      <vt:lpstr>홈페이지 디자인 구성</vt:lpstr>
      <vt:lpstr>첫화면</vt:lpstr>
      <vt:lpstr>위치 화면</vt:lpstr>
      <vt:lpstr>셰프 소개 화면</vt:lpstr>
      <vt:lpstr>셰프 소개 화면(2)</vt:lpstr>
      <vt:lpstr>식당별 메뉴 소개 화면</vt:lpstr>
      <vt:lpstr>식당 예약 화면</vt:lpstr>
      <vt:lpstr>예약 화면</vt:lpstr>
      <vt:lpstr>리뷰 화면</vt:lpstr>
      <vt:lpstr>리뷰 작성 폼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이우형</dc:creator>
  <cp:lastModifiedBy>우형 이</cp:lastModifiedBy>
  <cp:revision>7</cp:revision>
  <dcterms:modified xsi:type="dcterms:W3CDTF">2025-06-15T05:45:31Z</dcterms:modified>
</cp:coreProperties>
</file>